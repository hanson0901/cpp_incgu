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6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春良 李" userId="9f7b9c09-175e-4ed1-ae44-0620fb0a0221" providerId="ADAL" clId="{95FFCCFF-6727-4B41-8CC5-099D6844F3D7}"/>
    <pc:docChg chg="modSld">
      <pc:chgData name="春良 李" userId="9f7b9c09-175e-4ed1-ae44-0620fb0a0221" providerId="ADAL" clId="{95FFCCFF-6727-4B41-8CC5-099D6844F3D7}" dt="2022-12-09T07:52:13.880" v="2" actId="20577"/>
      <pc:docMkLst>
        <pc:docMk/>
      </pc:docMkLst>
      <pc:sldChg chg="modSp">
        <pc:chgData name="春良 李" userId="9f7b9c09-175e-4ed1-ae44-0620fb0a0221" providerId="ADAL" clId="{95FFCCFF-6727-4B41-8CC5-099D6844F3D7}" dt="2022-12-09T07:52:13.880" v="2" actId="20577"/>
        <pc:sldMkLst>
          <pc:docMk/>
          <pc:sldMk cId="1252481070" sldId="256"/>
        </pc:sldMkLst>
        <pc:spChg chg="mod">
          <ac:chgData name="春良 李" userId="9f7b9c09-175e-4ed1-ae44-0620fb0a0221" providerId="ADAL" clId="{95FFCCFF-6727-4B41-8CC5-099D6844F3D7}" dt="2022-12-09T07:52:13.880" v="2" actId="20577"/>
          <ac:spMkLst>
            <pc:docMk/>
            <pc:sldMk cId="1252481070" sldId="256"/>
            <ac:spMk id="2" creationId="{6DA1CFFE-FB75-4561-83FE-B8982D6BD792}"/>
          </ac:spMkLst>
        </pc:spChg>
      </pc:sldChg>
    </pc:docChg>
  </pc:docChgLst>
  <pc:docChgLst>
    <pc:chgData name="春良 李" userId="9f7b9c09-175e-4ed1-ae44-0620fb0a0221" providerId="ADAL" clId="{83B726BF-C5E3-42F4-9C30-B0E9233A3511}"/>
    <pc:docChg chg="addSld modSld">
      <pc:chgData name="春良 李" userId="9f7b9c09-175e-4ed1-ae44-0620fb0a0221" providerId="ADAL" clId="{83B726BF-C5E3-42F4-9C30-B0E9233A3511}" dt="2022-12-09T07:51:29.079" v="39" actId="20577"/>
      <pc:docMkLst>
        <pc:docMk/>
      </pc:docMkLst>
      <pc:sldChg chg="modSp add">
        <pc:chgData name="春良 李" userId="9f7b9c09-175e-4ed1-ae44-0620fb0a0221" providerId="ADAL" clId="{83B726BF-C5E3-42F4-9C30-B0E9233A3511}" dt="2022-12-09T07:51:29.079" v="39" actId="20577"/>
        <pc:sldMkLst>
          <pc:docMk/>
          <pc:sldMk cId="1252481070" sldId="256"/>
        </pc:sldMkLst>
        <pc:spChg chg="mod">
          <ac:chgData name="春良 李" userId="9f7b9c09-175e-4ed1-ae44-0620fb0a0221" providerId="ADAL" clId="{83B726BF-C5E3-42F4-9C30-B0E9233A3511}" dt="2022-12-09T07:51:29.079" v="39" actId="20577"/>
          <ac:spMkLst>
            <pc:docMk/>
            <pc:sldMk cId="1252481070" sldId="256"/>
            <ac:spMk id="2" creationId="{6DA1CFFE-FB75-4561-83FE-B8982D6BD7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32F1D0-5342-4C51-ABA9-C69FA798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65301B-9581-4BAC-94F6-7A93B3973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9EFEF7-C584-4FF8-9600-6DAD049B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29DD27-2F06-46BE-B4A7-2ABF77BA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BCEB0-1E9F-46B9-8784-8682BA65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0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29C294-7F3D-49D6-AC98-B24CC85D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18E37E-8D46-4757-AE1D-6BA421C7F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89C3C4-BED6-4A2B-8CBA-2B14F71C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74DC34-9A7A-47E9-82EF-C8158DBB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F0E83E-B343-4F78-AD80-577B5874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4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368EC1-7F1D-4815-8FA9-04D0F3A3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C1A0E8-ABB9-4459-841D-FCA15180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CC0A2B-DE26-4E59-B3C3-620B5DEE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BD09A2-C746-4ED2-B993-C7510DAF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640E13-BBA1-4867-9C23-856579B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0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DB790-9EE3-4C5E-B524-933CB2A13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AFBBA6-5FA4-4709-985A-50351477D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C363C2-88BA-4010-BDA0-040E6021F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D221A0-CB18-4D69-A930-EC32EFE0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C5BEA0-CA36-4310-B1C3-71B11819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39443C-23CB-4195-9C7C-3CB2FD5E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6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BE9A2-5727-4954-B334-AA38B840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6E5713-BABD-471B-BFA9-50D129232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34FCE1-D7EF-42AD-8A23-D83DA4A5E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7AFFB81-C50E-4764-AD08-75DEA9D27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8FAC1F4-900B-49BA-994C-F84CB90BD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AFE058-8784-403D-806B-FD73F728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9D046DF-3B1A-4769-B41B-6A1ED031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9C6B54B-47B9-4C77-9E68-4CDA07AD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5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03390A-5CA7-41BA-AAE4-12A3B984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C0040BC-CD84-4A3C-ACA5-26043474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0C5146F-94E0-4B72-89F8-8BC0014C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8339CD-58A0-4747-94E9-3DDD8435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7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24CD2A-1DFA-4201-8D96-F55F3D08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7F637D9-E981-423D-BDE3-B6D11A550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2400D-747E-4094-BDD2-714671E8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5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4562A3-BE32-43A1-A821-37B87A91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5C4CAE-6188-4899-BF18-46CFD65D8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1FF39A8-BF5F-4E0F-8D86-52E296509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F3E48D-8EDF-48C3-83DD-45D457B1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649BE2-9578-4190-A2EC-AAA5BBB4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D1BCB3-0338-4053-8506-F1C8BD00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D2D047-12E5-402E-950A-640DD665B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D8AB041-DED5-4CFA-8382-E7A736828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08F49A-0372-40DA-A84F-D15A11108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478246-A7E3-44A0-937E-EEE4EA22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D3B1B3-DB4D-4F5E-9BC6-DC4F5FC1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5BDAC9-D171-409A-BC69-AAC76DD2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3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F8C983-9202-4481-9AC2-F45F9F6E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D84498-9098-4A21-BF41-04D6CECD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170A76-C319-43FE-B12D-54462109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9A449A-386E-432D-B41F-B20EE847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01EA62-3EF2-4F96-BB51-11355761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68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B90932C-E1AB-4936-A895-C55088582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5FF986-BE53-4451-BCB8-29E41EBA5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767878-2C6A-4ADA-A6CD-E9D76803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C7C839-230A-4BD7-B9AA-C1B52C4A8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6D7197-1C84-489A-8B6D-4DDCC972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FC56CFD-505B-4ECC-979E-951460387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DF672A-02AF-426B-98A1-6B1F9D0ED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95C20D-14F4-4E53-BB8F-045CA5DE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EBFAAE-C327-4E13-9625-E0A5A94FA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40B37F-057C-4E42-8E93-00B4C9443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4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1CFFE-FB75-4561-83FE-B8982D6BD7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PPTX</a:t>
            </a:r>
            <a:r>
              <a:rPr lang="zh-TW" altLang="en-US"/>
              <a:t>測試</a:t>
            </a:r>
            <a:r>
              <a:rPr lang="zh-TW" altLang="en-US" dirty="0"/>
              <a:t>檔案</a:t>
            </a:r>
            <a:r>
              <a:rPr lang="en-US" altLang="zh-TW" dirty="0"/>
              <a:t>2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D086A5-BBE9-45F8-8D48-931D71CD38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8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PPTX測試檔案2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PPT測試檔案1</dc:title>
  <dc:creator>Chun-Liang Lee</dc:creator>
  <cp:lastModifiedBy>Chun-Liang Lee</cp:lastModifiedBy>
  <cp:revision>1</cp:revision>
  <dcterms:created xsi:type="dcterms:W3CDTF">2022-12-09T07:51:17Z</dcterms:created>
  <dcterms:modified xsi:type="dcterms:W3CDTF">2022-12-09T07:52:14Z</dcterms:modified>
</cp:coreProperties>
</file>